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Auto-Scaling Architecture for TIBCO BW Cluster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Adaptive Resource Optimization and Cost Benefits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setup: 4 on-prem TIBCO BW nodes under single Admin</a:t>
            </a:r>
          </a:p>
          <a:p>
            <a:r>
              <a:t>• Challenge: All nodes run continuously even under low load</a:t>
            </a:r>
          </a:p>
          <a:p>
            <a:r>
              <a:t>• Goal: Auto-scale BW instances based on CPU/load thresholds</a:t>
            </a:r>
          </a:p>
          <a:p>
            <a:r>
              <a:t>• Approach: Start/stop BW engines dynamically (1–4 instances)</a:t>
            </a:r>
          </a:p>
          <a:p>
            <a:r>
              <a:t>• Tools: Python controller with AppManage, SSH, CPU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Auto-Scaling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Measure average CPU across all 4 nodes.</a:t>
            </a:r>
          </a:p>
          <a:p>
            <a:r>
              <a:t>2. If CPU &lt; threshold → stop least-loaded instance.</a:t>
            </a:r>
          </a:p>
          <a:p>
            <a:r>
              <a:t>3. If CPU &gt; threshold → start stopped instances.</a:t>
            </a:r>
          </a:p>
          <a:p>
            <a:r>
              <a:t>4. Maintain 1 ≤ running instances ≤ 4.</a:t>
            </a:r>
          </a:p>
          <a:p>
            <a:r>
              <a:t>5. Apply cooldown (e.g., 20 mins) to avoid thrashing.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Better resource utilization – only needed engines run.</a:t>
            </a:r>
          </a:p>
          <a:p>
            <a:r>
              <a:t>• Improved performance during high load.</a:t>
            </a:r>
          </a:p>
          <a:p>
            <a:r>
              <a:t>• Graceful load balancing (stops least busy PID).</a:t>
            </a:r>
          </a:p>
          <a:p>
            <a:r>
              <a:t>• Cloud-like elasticity for on-prem BW cluster.</a:t>
            </a:r>
          </a:p>
          <a:p>
            <a:r>
              <a:t>• Easier capacity planning &amp; automated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Efficiency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compute and energy use.</a:t>
            </a:r>
          </a:p>
          <a:p>
            <a:r>
              <a:t>• Deferred hardware purchases (avoid overprovisioning).</a:t>
            </a:r>
          </a:p>
          <a:p>
            <a:r>
              <a:t>• Lower operations and maintenance overhead.</a:t>
            </a:r>
          </a:p>
          <a:p>
            <a:r>
              <a:t>• Potential license optimization (fewer concurrent engines).</a:t>
            </a:r>
          </a:p>
          <a:p>
            <a:r>
              <a:t>• Extended hardware lifespan and reduced cooling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Cost Savings (On-Prem)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Assumptions:</a:t>
            </a:r>
          </a:p>
          <a:p>
            <a:r>
              <a:t>• 4 physical servers, 400W each</a:t>
            </a:r>
          </a:p>
          <a:p>
            <a:r>
              <a:t>• 2 servers stopped for 16 hours/day</a:t>
            </a:r>
          </a:p>
          <a:p>
            <a:r>
              <a:t>• ₹10/kWh electricity cost</a:t>
            </a:r>
          </a:p>
          <a:p/>
          <a:p>
            <a:r>
              <a:t>Results:</a:t>
            </a:r>
          </a:p>
          <a:p>
            <a:r>
              <a:t>• Energy saved ≈ 384 kWh/month</a:t>
            </a:r>
          </a:p>
          <a:p>
            <a:r>
              <a:t>• Power cost reduction ≈ ₹3,840/month</a:t>
            </a:r>
          </a:p>
          <a:p>
            <a:r>
              <a:t>• Additional benefits from reduced maintenance and deferred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Startup time of BW engines (1–2 minutes).</a:t>
            </a:r>
          </a:p>
          <a:p>
            <a:r>
              <a:t>• Ensure stateful flows not interrupted.</a:t>
            </a:r>
          </a:p>
          <a:p>
            <a:r>
              <a:t>• Validate license model (per engine/CPU).</a:t>
            </a:r>
          </a:p>
          <a:p>
            <a:r>
              <a:t>• Requires Admin/AppManage privileges.</a:t>
            </a:r>
          </a:p>
          <a:p>
            <a:r>
              <a:t>• Log all scale events for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Dynamic scaling reduces wasted capacity.</a:t>
            </a:r>
          </a:p>
          <a:p>
            <a:r>
              <a:t>✅ 25–60% potential cost reduction (power + license + ops).</a:t>
            </a:r>
          </a:p>
          <a:p>
            <a:r>
              <a:t>✅ Modernizes BW with elastic, cloud-like behavior.</a:t>
            </a:r>
          </a:p>
          <a:p>
            <a:r>
              <a:t>✅ Scalable foundation for future BWCE/Kubernetes migration.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Deploy controller in dry-run mode to validate.</a:t>
            </a:r>
          </a:p>
          <a:p>
            <a:r>
              <a:t>2. Measure actual power and CPU usage for 2 weeks.</a:t>
            </a:r>
          </a:p>
          <a:p>
            <a:r>
              <a:t>3. Review TIBCO license model for concurrency impact.</a:t>
            </a:r>
          </a:p>
          <a:p>
            <a:r>
              <a:t>4. Gradually enable automated scaling.</a:t>
            </a:r>
          </a:p>
          <a:p>
            <a:r>
              <a:t>5. Track cost and performance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